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GraspVLA Inner Workings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Goal: explain how GraspVLA works to the benchmark team</a:t>
            </a:r>
          </a:p>
          <a:p>
            <a:r>
              <a:t>Scope: public release plus what we have already run on em14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Paper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Synthetic-data pretraining for grasping instead of large real robot logs</a:t>
            </a:r>
          </a:p>
          <a:p>
            <a:pPr>
              <a:defRPr sz="2200"/>
            </a:pPr>
            <a:r>
              <a:t>Direct end-to-end baseline for our benchmark against modular systems</a:t>
            </a:r>
          </a:p>
          <a:p>
            <a:pPr>
              <a:defRPr sz="2200"/>
            </a:pPr>
            <a:r>
              <a:t>Public release focuses on deployment: server, simulation, and real-world controller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Release Pieces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GraspVLA repo: model server and offline test</a:t>
            </a:r>
          </a:p>
          <a:p>
            <a:pPr>
              <a:defRPr sz="2200"/>
            </a:pPr>
            <a:r>
              <a:t>GraspVLA-playground repo: validation, playground, and LIBERO evaluation</a:t>
            </a:r>
          </a:p>
          <a:p>
            <a:pPr>
              <a:defRPr sz="2200"/>
            </a:pPr>
            <a:r>
              <a:t>GraspVLA-real-world-controller repo: Franka plus dual-camera client</a:t>
            </a:r>
          </a:p>
          <a:p>
            <a:pPr>
              <a:defRPr sz="2200"/>
            </a:pPr>
            <a:r>
              <a:t>Full training stack and SynGrasp-1B are not fully public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Inputs: front_view_image, side_view_image, proprio_array, text</a:t>
            </a:r>
          </a:p>
          <a:p>
            <a:pPr>
              <a:defRPr sz="2200"/>
            </a:pPr>
            <a:r>
              <a:t>Prompt wrapper: In: What action should the robot take to {instruction}?</a:t>
            </a:r>
          </a:p>
          <a:p>
            <a:pPr>
              <a:defRPr sz="2200"/>
            </a:pPr>
            <a:r>
              <a:t>ZeroMQ service returns action deltas plus debug bbox and pose</a:t>
            </a:r>
          </a:p>
          <a:p>
            <a:pPr>
              <a:defRPr sz="2200"/>
            </a:pPr>
            <a:r>
              <a:t>serve.py warms up the model before opening the request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Model Produces A Grasp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Token pattern: text_ids, bbox, hist_proprio, cur_proprio, goal, eos</a:t>
            </a:r>
          </a:p>
          <a:p>
            <a:pPr>
              <a:defRPr sz="2200"/>
            </a:pPr>
            <a:r>
              <a:t>Autoregressive stage predicts bbox and goal tokens</a:t>
            </a:r>
          </a:p>
          <a:p>
            <a:pPr>
              <a:defRPr sz="2200"/>
            </a:pPr>
            <a:r>
              <a:t>Flow matching stage generates continuous action trajectory</a:t>
            </a:r>
          </a:p>
          <a:p>
            <a:pPr>
              <a:defRPr sz="2200"/>
            </a:pPr>
            <a:r>
              <a:t>Output is detokenized back to xyz, rpy, and gripper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Code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prompt.py for the CoT prompt wrapper</a:t>
            </a:r>
          </a:p>
          <a:p>
            <a:pPr>
              <a:defRPr sz="2200"/>
            </a:pPr>
            <a:r>
              <a:t>token_pattern.py for bbox and goal token layout</a:t>
            </a:r>
          </a:p>
          <a:p>
            <a:pPr>
              <a:defRPr sz="2200"/>
            </a:pPr>
            <a:r>
              <a:t>model/vla/__init__.py for autoregressive plus flow-matching generation</a:t>
            </a:r>
          </a:p>
          <a:p>
            <a:pPr>
              <a:defRPr sz="2200"/>
            </a:pPr>
            <a:r>
              <a:t>model/vla/flow_matching.py for the action head</a:t>
            </a:r>
          </a:p>
          <a:p>
            <a:pPr>
              <a:defRPr sz="2200"/>
            </a:pPr>
            <a:r>
              <a:t>scripts/serve.py for deployment inference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Lab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Official model server is running on em14:6666</a:t>
            </a:r>
          </a:p>
          <a:p>
            <a:pPr>
              <a:defRPr sz="2200"/>
            </a:pPr>
            <a:r>
              <a:t>Official validate_server.py and offline_test.py both succeeded on em14</a:t>
            </a:r>
          </a:p>
          <a:p>
            <a:pPr>
              <a:defRPr sz="2200"/>
            </a:pPr>
            <a:r>
              <a:t>Official playground.py and evaluate_libero_tasks.py now run in gb-graspvla-sim</a:t>
            </a:r>
          </a:p>
          <a:p>
            <a:pPr>
              <a:defRPr sz="2200"/>
            </a:pPr>
            <a:r>
              <a:t>Official complete sim batch is done: playground 8/10, libero_object 482/500, libero_10 325/350, libero_goal 336/350</a:t>
            </a:r>
          </a:p>
          <a:p>
            <a:pPr>
              <a:defRPr sz="2200"/>
            </a:pPr>
            <a:r>
              <a:t>The 350 denominators are expected: libero_10 exposes 7 tasks and libero_goal skips 3 invalid tasks</a:t>
            </a:r>
          </a:p>
          <a:p>
            <a:pPr>
              <a:defRPr sz="2200"/>
            </a:pPr>
            <a:r>
              <a:t>GraspVLA smoke success 1/1 at about 377 ms</a:t>
            </a:r>
          </a:p>
          <a:p>
            <a:pPr>
              <a:defRPr sz="2200"/>
            </a:pPr>
            <a:r>
              <a:t>Contact-GraspNet smoke success 1/1 at about 405.6 s</a:t>
            </a:r>
          </a:p>
          <a:p>
            <a:pPr>
              <a:defRPr sz="2200"/>
            </a:pPr>
            <a:r>
              <a:t>AnyGrasp is blocked only by license, not by repo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 For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the complete official GraspVLA sim run as the anchor reference</a:t>
            </a:r>
          </a:p>
          <a:p>
            <a:pPr>
              <a:defRPr sz="2200"/>
            </a:pPr>
            <a:r>
              <a:t>Run a small Track A batch with GraspVLA and Contact-GraspNet</a:t>
            </a:r>
          </a:p>
          <a:p>
            <a:pPr>
              <a:defRPr sz="2200"/>
            </a:pPr>
            <a:r>
              <a:t>Fetch the AnyGrasp license and complete the third baseline</a:t>
            </a:r>
          </a:p>
          <a:p>
            <a:pPr>
              <a:defRPr sz="2200"/>
            </a:pPr>
            <a:r>
              <a:t>Collect plots, failure taxonomy, and videos for the benchmark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